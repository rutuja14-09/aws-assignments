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6B1D3-85D5-42A2-8C48-C044D6E8732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3D68-9A77-43CF-B197-456937DAD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098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6B1D3-85D5-42A2-8C48-C044D6E8732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3D68-9A77-43CF-B197-456937DAD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273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6B1D3-85D5-42A2-8C48-C044D6E8732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3D68-9A77-43CF-B197-456937DAD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994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6B1D3-85D5-42A2-8C48-C044D6E8732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3D68-9A77-43CF-B197-456937DAD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35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6B1D3-85D5-42A2-8C48-C044D6E8732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3D68-9A77-43CF-B197-456937DAD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741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6B1D3-85D5-42A2-8C48-C044D6E8732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3D68-9A77-43CF-B197-456937DAD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114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6B1D3-85D5-42A2-8C48-C044D6E8732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3D68-9A77-43CF-B197-456937DAD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945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6B1D3-85D5-42A2-8C48-C044D6E8732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3D68-9A77-43CF-B197-456937DAD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377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6B1D3-85D5-42A2-8C48-C044D6E8732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3D68-9A77-43CF-B197-456937DAD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95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6B1D3-85D5-42A2-8C48-C044D6E8732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3D68-9A77-43CF-B197-456937DAD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218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6B1D3-85D5-42A2-8C48-C044D6E8732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B3D68-9A77-43CF-B197-456937DAD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970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6B1D3-85D5-42A2-8C48-C044D6E8732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8B3D68-9A77-43CF-B197-456937DAD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663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dirty="0" smtClean="0"/>
              <a:t>Application Access</a:t>
            </a:r>
            <a:endParaRPr lang="en-IN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657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364" y="745953"/>
            <a:ext cx="8183418" cy="419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221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308" y="1304790"/>
            <a:ext cx="8349673" cy="376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879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219" y="1545672"/>
            <a:ext cx="8848436" cy="357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468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316951"/>
            <a:ext cx="7823200" cy="357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592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889" y="748146"/>
            <a:ext cx="8756073" cy="417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499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454" y="1148198"/>
            <a:ext cx="8885382" cy="411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741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508" y="1157692"/>
            <a:ext cx="8709891" cy="374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858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873" y="85099"/>
            <a:ext cx="9347200" cy="381055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309" y="4063117"/>
            <a:ext cx="8922327" cy="259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154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55" y="296345"/>
            <a:ext cx="10058400" cy="347724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417" y="4341872"/>
            <a:ext cx="8589819" cy="159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820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2" y="82246"/>
            <a:ext cx="8866909" cy="43661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2" y="4771706"/>
            <a:ext cx="9036871" cy="155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516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</Words>
  <Application>Microsoft Office PowerPoint</Application>
  <PresentationFormat>Widescreen</PresentationFormat>
  <Paragraphs>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Application Access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Access</dc:title>
  <dc:creator>Microsoft account</dc:creator>
  <cp:lastModifiedBy>Microsoft account</cp:lastModifiedBy>
  <cp:revision>2</cp:revision>
  <dcterms:created xsi:type="dcterms:W3CDTF">2026-02-08T09:19:38Z</dcterms:created>
  <dcterms:modified xsi:type="dcterms:W3CDTF">2026-02-08T09:27:02Z</dcterms:modified>
</cp:coreProperties>
</file>