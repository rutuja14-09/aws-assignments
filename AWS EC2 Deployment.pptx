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27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947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628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298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368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855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685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103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38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966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3282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F9978-D5F8-4750-8FA2-45351396F22C}" type="datetimeFigureOut">
              <a:rPr lang="en-IN" smtClean="0"/>
              <a:t>07-02-2026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04C2B3-D276-477B-933C-8EACE0986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847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400" dirty="0" smtClean="0"/>
              <a:t> AWS EC2 Deployment</a:t>
            </a:r>
            <a:endParaRPr lang="en-I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8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135" y="1155000"/>
            <a:ext cx="7398327" cy="361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936" y="1457036"/>
            <a:ext cx="7666182" cy="319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11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133" y="158440"/>
            <a:ext cx="8094133" cy="356635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7733" y="3978928"/>
            <a:ext cx="8119533" cy="188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42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932" y="1228418"/>
            <a:ext cx="9197695" cy="381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6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AWS EC2 Deployment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AWS EC2 Deployment</dc:title>
  <dc:creator>Microsoft account</dc:creator>
  <cp:lastModifiedBy>Microsoft account</cp:lastModifiedBy>
  <cp:revision>1</cp:revision>
  <dcterms:created xsi:type="dcterms:W3CDTF">2026-02-07T17:45:52Z</dcterms:created>
  <dcterms:modified xsi:type="dcterms:W3CDTF">2026-02-07T17:46:04Z</dcterms:modified>
</cp:coreProperties>
</file>