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438" autoAdjust="0"/>
  </p:normalViewPr>
  <p:slideViewPr>
    <p:cSldViewPr snapToGrid="0">
      <p:cViewPr varScale="1">
        <p:scale>
          <a:sx n="64" d="100"/>
          <a:sy n="64" d="100"/>
        </p:scale>
        <p:origin x="7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0E1F-ED68-40B0-A61B-C564687113B6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9BE8-8160-4C6D-BB99-008DB075F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553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0E1F-ED68-40B0-A61B-C564687113B6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9BE8-8160-4C6D-BB99-008DB075F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41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0E1F-ED68-40B0-A61B-C564687113B6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9BE8-8160-4C6D-BB99-008DB075F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108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0E1F-ED68-40B0-A61B-C564687113B6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9BE8-8160-4C6D-BB99-008DB075F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453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0E1F-ED68-40B0-A61B-C564687113B6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9BE8-8160-4C6D-BB99-008DB075F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56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0E1F-ED68-40B0-A61B-C564687113B6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9BE8-8160-4C6D-BB99-008DB075F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88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0E1F-ED68-40B0-A61B-C564687113B6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9BE8-8160-4C6D-BB99-008DB075F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005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0E1F-ED68-40B0-A61B-C564687113B6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9BE8-8160-4C6D-BB99-008DB075F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321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0E1F-ED68-40B0-A61B-C564687113B6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9BE8-8160-4C6D-BB99-008DB075F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70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0E1F-ED68-40B0-A61B-C564687113B6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9BE8-8160-4C6D-BB99-008DB075F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651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0E1F-ED68-40B0-A61B-C564687113B6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19BE8-8160-4C6D-BB99-008DB075F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283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00E1F-ED68-40B0-A61B-C564687113B6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19BE8-8160-4C6D-BB99-008DB075F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57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dirty="0" smtClean="0"/>
              <a:t>Application</a:t>
            </a:r>
            <a:endParaRPr lang="en-IN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611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858" y="0"/>
            <a:ext cx="9854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40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638" y="1093062"/>
            <a:ext cx="8478433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1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818" y="129309"/>
            <a:ext cx="6907664" cy="663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949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590" y="0"/>
            <a:ext cx="50648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32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1290" y="397565"/>
            <a:ext cx="3670880" cy="591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796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48" y="414297"/>
            <a:ext cx="10058400" cy="557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22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286" y="1782774"/>
            <a:ext cx="8309113" cy="271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690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</dc:title>
  <dc:creator>Microsoft account</dc:creator>
  <cp:lastModifiedBy>Microsoft account</cp:lastModifiedBy>
  <cp:revision>1</cp:revision>
  <dcterms:created xsi:type="dcterms:W3CDTF">2026-02-07T17:54:41Z</dcterms:created>
  <dcterms:modified xsi:type="dcterms:W3CDTF">2026-02-07T17:54:49Z</dcterms:modified>
</cp:coreProperties>
</file>