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8A06-3AAC-4C4D-93ED-B5678C0E88F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49723-DCD0-4DC6-94F6-F11DF777C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470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8A06-3AAC-4C4D-93ED-B5678C0E88F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49723-DCD0-4DC6-94F6-F11DF777C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82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8A06-3AAC-4C4D-93ED-B5678C0E88F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49723-DCD0-4DC6-94F6-F11DF777C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348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8A06-3AAC-4C4D-93ED-B5678C0E88F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49723-DCD0-4DC6-94F6-F11DF777C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63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8A06-3AAC-4C4D-93ED-B5678C0E88F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49723-DCD0-4DC6-94F6-F11DF777C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214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8A06-3AAC-4C4D-93ED-B5678C0E88F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49723-DCD0-4DC6-94F6-F11DF777C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189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8A06-3AAC-4C4D-93ED-B5678C0E88F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49723-DCD0-4DC6-94F6-F11DF777C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844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8A06-3AAC-4C4D-93ED-B5678C0E88F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49723-DCD0-4DC6-94F6-F11DF777C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731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8A06-3AAC-4C4D-93ED-B5678C0E88F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49723-DCD0-4DC6-94F6-F11DF777C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63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8A06-3AAC-4C4D-93ED-B5678C0E88F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49723-DCD0-4DC6-94F6-F11DF777C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874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8A06-3AAC-4C4D-93ED-B5678C0E88F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49723-DCD0-4DC6-94F6-F11DF777C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25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D8A06-3AAC-4C4D-93ED-B5678C0E88F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49723-DCD0-4DC6-94F6-F11DF777C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292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/>
              <a:t>Load Balancer &amp; Auto Scaling</a:t>
            </a:r>
            <a:endParaRPr lang="en-IN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24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958103"/>
            <a:ext cx="9199418" cy="389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465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72" y="789806"/>
            <a:ext cx="9384145" cy="372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934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09" y="946213"/>
            <a:ext cx="9384145" cy="17953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82" y="2911034"/>
            <a:ext cx="10058400" cy="394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879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72" y="242337"/>
            <a:ext cx="9476509" cy="40083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893" y="4925039"/>
            <a:ext cx="5553850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076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Load Balancer &amp; Auto Scaling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Load Balancer &amp; Auto Scaling</dc:title>
  <dc:creator>Microsoft account</dc:creator>
  <cp:lastModifiedBy>Microsoft account</cp:lastModifiedBy>
  <cp:revision>1</cp:revision>
  <dcterms:created xsi:type="dcterms:W3CDTF">2026-02-08T11:25:32Z</dcterms:created>
  <dcterms:modified xsi:type="dcterms:W3CDTF">2026-02-08T11:25:43Z</dcterms:modified>
</cp:coreProperties>
</file>