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894-8311-4E51-8634-77D72C88BDE2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898D-09B9-4D0E-9169-D8A5CA245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24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894-8311-4E51-8634-77D72C88BDE2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898D-09B9-4D0E-9169-D8A5CA245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74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894-8311-4E51-8634-77D72C88BDE2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898D-09B9-4D0E-9169-D8A5CA245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235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894-8311-4E51-8634-77D72C88BDE2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898D-09B9-4D0E-9169-D8A5CA245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83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894-8311-4E51-8634-77D72C88BDE2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898D-09B9-4D0E-9169-D8A5CA245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671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894-8311-4E51-8634-77D72C88BDE2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898D-09B9-4D0E-9169-D8A5CA245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171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894-8311-4E51-8634-77D72C88BDE2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898D-09B9-4D0E-9169-D8A5CA245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666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894-8311-4E51-8634-77D72C88BDE2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898D-09B9-4D0E-9169-D8A5CA245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19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894-8311-4E51-8634-77D72C88BDE2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898D-09B9-4D0E-9169-D8A5CA245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993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894-8311-4E51-8634-77D72C88BDE2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898D-09B9-4D0E-9169-D8A5CA245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47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894-8311-4E51-8634-77D72C88BDE2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898D-09B9-4D0E-9169-D8A5CA245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94894-8311-4E51-8634-77D72C88BDE2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7898D-09B9-4D0E-9169-D8A5CA245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60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err="1" smtClean="0"/>
              <a:t>Docker</a:t>
            </a:r>
            <a:endParaRPr lang="en-IN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664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573" y="332943"/>
            <a:ext cx="7906853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820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611" y="0"/>
            <a:ext cx="93787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620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326" y="701252"/>
            <a:ext cx="8756073" cy="450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216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396" y="748145"/>
            <a:ext cx="3670880" cy="532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01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899" y="0"/>
            <a:ext cx="65702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83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981" y="2031124"/>
            <a:ext cx="9430327" cy="198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90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Docker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</dc:title>
  <dc:creator>Microsoft account</dc:creator>
  <cp:lastModifiedBy>Microsoft account</cp:lastModifiedBy>
  <cp:revision>1</cp:revision>
  <dcterms:created xsi:type="dcterms:W3CDTF">2026-02-08T14:07:56Z</dcterms:created>
  <dcterms:modified xsi:type="dcterms:W3CDTF">2026-02-08T14:08:04Z</dcterms:modified>
</cp:coreProperties>
</file>